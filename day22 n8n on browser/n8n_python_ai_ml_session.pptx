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291840" cy="3291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TRAINING SERIES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for AI/ML Workflows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n8n + Python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2-Hour Hands-On Session  •  Bachelor-Level  •  From Trigger to Prediction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5120640"/>
            <a:ext cx="2606040" cy="548640"/>
          </a:xfrm>
          <a:prstGeom prst="roundRect">
            <a:avLst>
              <a:gd name="adj" fmla="val 20000"/>
            </a:avLst>
          </a:prstGeom>
          <a:solidFill>
            <a:srgbClr val="0F454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120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Automation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5120640"/>
            <a:ext cx="2606040" cy="548640"/>
          </a:xfrm>
          <a:prstGeom prst="roundRect">
            <a:avLst>
              <a:gd name="adj" fmla="val 20000"/>
            </a:avLst>
          </a:prstGeom>
          <a:solidFill>
            <a:srgbClr val="0F454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5120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Python-Powered ML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5120640"/>
            <a:ext cx="2606040" cy="548640"/>
          </a:xfrm>
          <a:prstGeom prst="roundRect">
            <a:avLst>
              <a:gd name="adj" fmla="val 20000"/>
            </a:avLst>
          </a:prstGeom>
          <a:solidFill>
            <a:srgbClr val="0F454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5120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Run Live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6126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18,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2 Hours, Start to Finish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2F7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173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0:00–0:15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14173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Automation Matters in AI/ML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1200" y="1499616"/>
            <a:ext cx="1737360" cy="402336"/>
          </a:xfrm>
          <a:prstGeom prst="roundRect">
            <a:avLst>
              <a:gd name="adj" fmla="val 18182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0" y="149961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075688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7568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0:15–0:35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94560" y="207568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Setup &amp; Core Concepts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01200" y="2157984"/>
            <a:ext cx="1737360" cy="402336"/>
          </a:xfrm>
          <a:prstGeom prst="roundRect">
            <a:avLst>
              <a:gd name="adj" fmla="val 18182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0" y="215798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+ Demo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734056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2F7F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3405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0:35–1:00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94560" y="273405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Python to n8n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601200" y="2816352"/>
            <a:ext cx="1737360" cy="402336"/>
          </a:xfrm>
          <a:prstGeom prst="roundRect">
            <a:avLst>
              <a:gd name="adj" fmla="val 18182"/>
            </a:avLst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0" y="281635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392424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39242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1:00–1:10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94560" y="339242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601200" y="3474720"/>
            <a:ext cx="1737360" cy="402336"/>
          </a:xfrm>
          <a:prstGeom prst="roundRect">
            <a:avLst>
              <a:gd name="adj" fmla="val 18182"/>
            </a:avLst>
          </a:prstGeom>
          <a:solidFill>
            <a:srgbClr val="EDEDED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0" y="347472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050792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2F7F6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0507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1:10–1:30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194560" y="405079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 1: First Workflow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601200" y="4133088"/>
            <a:ext cx="1737360" cy="402336"/>
          </a:xfrm>
          <a:prstGeom prst="roundRect">
            <a:avLst>
              <a:gd name="adj" fmla="val 18182"/>
            </a:avLst>
          </a:prstGeom>
          <a:solidFill>
            <a:srgbClr val="00A896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0" y="41330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70916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7091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1:30–1:50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194560" y="470916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 2: ML Prediction Pipeline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601200" y="4791456"/>
            <a:ext cx="1737360" cy="402336"/>
          </a:xfrm>
          <a:prstGeom prst="roundRect">
            <a:avLst>
              <a:gd name="adj" fmla="val 18182"/>
            </a:avLst>
          </a:prstGeom>
          <a:solidFill>
            <a:srgbClr val="00A896"/>
          </a:solidFill>
          <a:ln/>
        </p:spPr>
      </p:sp>
      <p:sp>
        <p:nvSpPr>
          <p:cNvPr id="33" name="Text 31"/>
          <p:cNvSpPr/>
          <p:nvPr/>
        </p:nvSpPr>
        <p:spPr>
          <a:xfrm>
            <a:off x="9601200" y="479145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367528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2F7F6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53675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1:50–2:00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194560" y="536752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Wrap-Up, Takeaways &amp; Q&amp;A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9601200" y="5449824"/>
            <a:ext cx="1737360" cy="402336"/>
          </a:xfrm>
          <a:prstGeom prst="roundRect">
            <a:avLst>
              <a:gd name="adj" fmla="val 18182"/>
            </a:avLst>
          </a:prstGeom>
          <a:solidFill>
            <a:srgbClr val="00A896"/>
          </a:solidFill>
          <a:ln/>
        </p:spPr>
      </p:sp>
      <p:sp>
        <p:nvSpPr>
          <p:cNvPr id="38" name="Text 36"/>
          <p:cNvSpPr/>
          <p:nvPr/>
        </p:nvSpPr>
        <p:spPr>
          <a:xfrm>
            <a:off x="9601200" y="544982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Python for AI/ML Automation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Automation Matters in AI/ML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 model is a small part of the job. Everything around it needs to run reliably, on its own.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385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0" y="19385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fresh data from APIs, forms, or databases on a schedule.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7157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71576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validate, and reshape data before it reaches a model.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4930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Retraining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0" y="349300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retraining jobs when new data or drift is detected.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297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2702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0" y="427024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performance and notify a human when something's off.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50474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Predictions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0" y="504748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model output to Slack, email, dashboards, or apps.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Python for AI/ML Automation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n8n?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visual, node-based automation platform. You connect boxes instead of writing glue code for every integration.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2219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756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workflow canvas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6791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5328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 built-in app integrations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31363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9900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Code node (JavaScript) for custom logic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5935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4472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(free, your data) or n8n Cloud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40507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9044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any external API — including your Python code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92240" y="1737360"/>
            <a:ext cx="5120640" cy="4297680"/>
          </a:xfrm>
          <a:prstGeom prst="roundRect">
            <a:avLst>
              <a:gd name="adj" fmla="val 2553"/>
            </a:avLst>
          </a:prstGeom>
          <a:solidFill>
            <a:srgbClr val="F2F7F6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Pattern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66560" y="2560320"/>
            <a:ext cx="45720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2651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29443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starts the workflow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869680" y="3429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766560" y="3703320"/>
            <a:ext cx="45720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3794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0" y="40873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does work (fetch, transform, call an API)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869680" y="4572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766560" y="4846320"/>
            <a:ext cx="45720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4937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0" y="52303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sent, stored, or displayed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Python for AI/ML Automation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— STEP BY STEP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n8n on Your Desktop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3533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931920" y="1353312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n8n.io/download (or the n8n GitHub Releases page) and choose the installer for your OS: Windows (.exe) or Mac (.dmg).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206654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931920" y="2066544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downloaded installer and follow the prompts, just like installing any desktop application.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79806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27797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931920" y="2779776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n8n Desktop app from your Start Menu / Applications folder.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51129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34930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Owner Account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931920" y="349300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first launch, set an email + password. This account stays local — nothing is sent externally.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224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4206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Building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931920" y="4206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n8n Editor opens automatically. You'll land on a blank canvas, ready for your first workflow.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98348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FFF3D6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983480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4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install permissions? Run  npx n8n  in a terminal (needs Node.js 18+) — opens the same editor at http://localhost:5678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Python for AI/ML Automation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ORIENTED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5-Minute Tour of the n8n Editor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2F7F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5819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58191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 working area where you place and connect nodes.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04872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54203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247802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Button / Node Panel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478024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+ to search and add any trigger or action node.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300984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2F7F6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43814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38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37413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Panel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3374136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on the right when a node is selected — set its options here.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197096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334256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334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08760" y="42702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Workflow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4270248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workflow once and shows live data on each node.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093208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2F7F6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23036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230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08760" y="51663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46320" y="516636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Top-right — saves your workflow so it persists between sessions.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Python for AI/ML Automation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 → Action → Output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n8n workflow follows this pattern. Let's build the simplest version together.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2225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03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Trigger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workflow when you click “Execute”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794760" y="251460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251960" y="192024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2225">
            <a:solidFill>
              <a:srgbClr val="00A89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34840" y="2103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34840" y="26060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an API and returns JSON data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498080" y="251460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955280" y="192024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2225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38160" y="2103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38160" y="26060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/ renames the fields you want to keep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between nodes as JSON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0B2B3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352544"/>
            <a:ext cx="490118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"json":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"name": "Leanne Graham",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"email": "Sincere@april.biz"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429768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reads and returns an array of items in this shape — the same idea Python developers know from a list of dicts.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Python for AI/ML Automation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IN PYTHON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Call Python From n8n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2F7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691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Command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Python script directly on the machine n8n is 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191256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0540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quick, local scripts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3758184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6210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to manage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4325112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1879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scale well; tightly coupled to one machine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141732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2F7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537960" y="16916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69480" y="1691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→ Python API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83680" y="2377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calls a small Flask/FastAPI service that runs your model.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29400" y="3191256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30540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real ML model-serving setups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29400" y="3758184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36210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by other tools, not just n8n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629400" y="4325112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41879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use today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Python for AI/ML Automation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We're Building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1907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13232" y="2103120"/>
            <a:ext cx="2185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click (later: Schedule)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81528" y="219456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83280" y="155448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171907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547872" y="2103120"/>
            <a:ext cx="2185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student features: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study_hours, attendance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16168" y="219456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171907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382512" y="2103120"/>
            <a:ext cx="2185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to Python 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50808" y="219456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052560" y="155448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17152" y="171907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217152" y="2103120"/>
            <a:ext cx="2185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predicted result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n8n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11091672" cy="2148840"/>
          </a:xfrm>
          <a:prstGeom prst="roundRect">
            <a:avLst>
              <a:gd name="adj" fmla="val 5106"/>
            </a:avLst>
          </a:prstGeom>
          <a:solidFill>
            <a:srgbClr val="07333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Meanwhile, on the Python side…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4434840"/>
            <a:ext cx="10543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 runs locally on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5000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exposes a  /predict  endpoint, and returns a JSON prediction. n8n never needs to know it's Python — it just calls an HTTP endpoint, exactly like any real ML model server.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Python for AI/ML Automation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1:10 – 1:30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1: Your First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354312" y="45720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9354312" y="457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fetch data from a public API and reshape it — no Python yet.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9164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n8n → create a new workflow.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39572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350008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Manual Trigger node.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54096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008376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HTTP Request node. Set Method = GET, URL = https://jsonplaceholder.typicode.com/users/1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71246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66674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Manual Trigger → HTTP Request.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37083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432511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Set node after it. Keep only the fields name and email, and rename them to studentName and studentEmail.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0292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98348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Execute Workflow and inspect the output on each node.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Python for AI/ML Automation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·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1 — Node-by-Node Answer Key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node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0B2B3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746504"/>
            <a:ext cx="47183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Method:  GET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URL:     https://jsonplaceholder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.typicode.com/users/1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node — Add Fields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0B2B3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9808" y="3483864"/>
            <a:ext cx="47183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studentName  = {{$json.name}}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studentEmail = {{$json.email}}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(mode: "Keep Only Set Fields" = ON)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89320" y="12344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final output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89320" y="1600200"/>
            <a:ext cx="5669280" cy="2011680"/>
          </a:xfrm>
          <a:prstGeom prst="roundRect">
            <a:avLst>
              <a:gd name="adj" fmla="val 3636"/>
            </a:avLst>
          </a:prstGeom>
          <a:solidFill>
            <a:srgbClr val="0B2B3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90488" y="1746504"/>
            <a:ext cx="526694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"studentName": "Leanne Graham",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"studentEmail": "Sincere@april.biz"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89320" y="3794760"/>
            <a:ext cx="5669280" cy="1691640"/>
          </a:xfrm>
          <a:prstGeom prst="roundRect">
            <a:avLst>
              <a:gd name="adj" fmla="val 5405"/>
            </a:avLst>
          </a:prstGeom>
          <a:solidFill>
            <a:srgbClr val="F2F7F6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977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doesn't match: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429768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 the Manual Trigger is actually connected to HTTP Request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 the Set node, expressions need the  {{ }}  syntax exactly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Click each node after running to see its own output tab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Python for AI/ML Automation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EXERCISE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Setup: A Tiny Python Prediction Service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this as tiny_model.py. It's a mock “will this student pass?” model — simple on purpose, so we focus on the automation.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109960" cy="4892040"/>
          </a:xfrm>
          <a:prstGeom prst="roundRect">
            <a:avLst>
              <a:gd name="adj" fmla="val 1495"/>
            </a:avLst>
          </a:prstGeom>
          <a:solidFill>
            <a:srgbClr val="0B2B3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746504"/>
            <a:ext cx="10707624" cy="459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flask import Flask, request, jsonify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Flask(__name__)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predict(hours, attendance):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 = hours * 4 + attendance * 0.5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 = "Pass" if score &gt;= 60 else "Fail"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confidence = round(min(score / 100, 0.99), 2)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label, confidence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@app.route("/predict", methods=["POST"])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predict_route():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request.get_json()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hours = data.get("study_hours", 0)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attendance = data.get("attendance", 0)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label, confidence = predict(hours, attendance)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jsonify({"prediction": label, "confidence": confidence})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"__main__":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app.run(port=5000)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Python for AI/ML Automation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1:30 – 1:50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2: Build the Prediction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354312" y="45720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9354312" y="457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6459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terminal: pip install flask, then run python tiny_model.py. Leave it running.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29514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95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24942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n8n, create a new workflow with a Manual Trigger.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89864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8529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Set node with two number fields: study_hours = 6, attendance = 85.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50215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345643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HTTP Request node: Method = POST, URL = http://localhost:5000/predict.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405993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Body Content Type = JSON, and build the body from the previous node's fields.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6634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all nodes in order and click Execute Workflow.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531266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312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526694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study_hours / attendance and re-run — watch the prediction change.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Python for AI/ML Automation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·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2 — Node-by-Node Answer Key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node — sample input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36192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0B2B3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682496"/>
            <a:ext cx="48097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study_hours = 6      (Number)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  = 85     (Number)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node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99232"/>
            <a:ext cx="5212080" cy="2514600"/>
          </a:xfrm>
          <a:prstGeom prst="roundRect">
            <a:avLst>
              <a:gd name="adj" fmla="val 2909"/>
            </a:avLst>
          </a:prstGeom>
          <a:solidFill>
            <a:srgbClr val="0B2B3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9808" y="3145536"/>
            <a:ext cx="480974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Method: POST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URL: http://localhost:5000/predict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Content Type: JSON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"study_hours": {{$json.study_hours}},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"attendance": {{$json.attendance}}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35040" y="118872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response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536192"/>
            <a:ext cx="5623560" cy="1325880"/>
          </a:xfrm>
          <a:prstGeom prst="roundRect">
            <a:avLst>
              <a:gd name="adj" fmla="val 5517"/>
            </a:avLst>
          </a:prstGeom>
          <a:solidFill>
            <a:srgbClr val="0B2B3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36208" y="1682496"/>
            <a:ext cx="522122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"prediction": "Pass",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"confidence": 0.82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35040" y="3063240"/>
            <a:ext cx="5623560" cy="2450592"/>
          </a:xfrm>
          <a:prstGeom prst="roundRect">
            <a:avLst>
              <a:gd name="adj" fmla="val 3731"/>
            </a:avLst>
          </a:prstGeom>
          <a:solidFill>
            <a:srgbClr val="F2F7F6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324612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issues: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3566160"/>
            <a:ext cx="5166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“Connection refused” → tiny_model.py isn't running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Empty prediction → Body Content Type isn't set to JSON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Wrong numbers → double-check the Set node field types are Number, not String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 already in use → close any earlier tiny_model.py process first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Python for AI/ML Automation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FINISH EARLY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Bonus: Make It Production-Shaped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F2F7F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0195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6916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Branching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0" y="16916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IF node after the HTTP Request: if prediction == "Fail", route to a Set node that flags the record for review.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F2F7F6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27355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30632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Trigger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0" y="30632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Manual Trigger with a Schedule Trigger set to run daily at 9:00 AM — now it's a real automated job.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F2F7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64515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645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4348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Over a List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14800" y="44348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 Set node from an array of 5 students instead of one, and let n8n process each automatically.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Python for AI/ML Automation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3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5361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orchestrates, Python thinks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385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handles triggers, timing, and connecting systems; Python holds the model logic.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58775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is the universal language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99008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passes JSON — the same shape as a Python list of dicts.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63931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real pattern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0416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trigger → API → output shape mirrors production MLOps tools like Airflow, Prefect, and MLflow.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7091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69087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multiplies a model's value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50932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nobody calls automatically is just a notebook. Automation is what makes it useful.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Python for AI/ML Automation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 &amp; 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810512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7335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docs.n8n.io — official documentation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2313432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7627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n8n.io/workflows — community workflow templates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816352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791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flask.palletsprojects.com — Flask docs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3319272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821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fastapi.tiangolo.com — FastAPI docs (alternative to Flask)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035040" y="12801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80760" y="181051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67335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n8n with Docker Compose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80760" y="231343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17627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workflows to a database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80760" y="281635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67919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of MLOps tools: Airflow, Prefect, MLflow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80760" y="331927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318211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Mini-project: pick a track and build end-to-end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11091672" cy="1234440"/>
          </a:xfrm>
          <a:prstGeom prst="roundRect">
            <a:avLst>
              <a:gd name="adj" fmla="val 8889"/>
            </a:avLst>
          </a:prstGeom>
          <a:solidFill>
            <a:srgbClr val="07333A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029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 Questions?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22960" y="5486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Exercise 2 screenshots next session for a 2-minute lightning demo.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Python for AI/ML Automation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2026-08-17T23:43:11Z</dcterms:created>
  <dcterms:modified xsi:type="dcterms:W3CDTF">2026-08-17T23:43:11Z</dcterms:modified>
</cp:coreProperties>
</file>