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B33"/>
          </a:solidFill>
          <a:ln w="12700">
            <a:solidFill>
              <a:srgbClr val="022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1440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DAY 21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Concepts,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&amp; Webhooks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66928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2-Hour Hands-On Training Session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66928" y="411480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</a:t>
            </a:r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 </a:t>
            </a:r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  </a:t>
            </a:r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Applied AI/ML Python Curriculum · AI Automation &amp; Business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(120 Minutes)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1783080"/>
            <a:ext cx="0" cy="4334256"/>
          </a:xfrm>
          <a:prstGeom prst="line">
            <a:avLst/>
          </a:prstGeom>
          <a:noFill/>
          <a:ln w="25400">
            <a:solidFill>
              <a:srgbClr val="D7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728216"/>
            <a:ext cx="274320" cy="2743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7830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Learning Outcomes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19019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goals, context for today's build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80160" y="2386584"/>
            <a:ext cx="274320" cy="2743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585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783080" y="2258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Concepts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2560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automation is, where it fits in AI workflows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80160" y="3044952"/>
            <a:ext cx="274320" cy="2743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1693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783080" y="29169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Explained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3218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responses, endpoints, status codes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80160" y="3703320"/>
            <a:ext cx="274320" cy="2743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75304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783080" y="35753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3877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live public API in Python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280160" y="4361688"/>
            <a:ext cx="274320" cy="2743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336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783080" y="4233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Explained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83080" y="45354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vs. pull, real-world triggers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280160" y="5020056"/>
            <a:ext cx="274320" cy="2743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920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783080" y="4892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2 &amp;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83080" y="51937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webhook receiver + trigger an event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80160" y="5678424"/>
            <a:ext cx="274320" cy="2743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55040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1:55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783080" y="55504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Q&amp;A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783080" y="58521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takeaways, preview of Day 22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89520" y="1600200"/>
            <a:ext cx="4114800" cy="4471416"/>
          </a:xfrm>
          <a:prstGeom prst="roundRect">
            <a:avLst>
              <a:gd name="adj" fmla="val 2667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09560" y="2194560"/>
            <a:ext cx="3566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automation, APIs &amp; webhooks in plain language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live public API from Python and parse JSON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Flask webhook receiver that logs incoming events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webhook event and confirm it was received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understand the concepts, complete guided exercises, and finish the planned lab/mini project.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4231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20299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automation, APIs, and webhooks — and explain how they connect systems without manual effort.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14884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0F7F7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42316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31546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3566160"/>
            <a:ext cx="20299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authenticated HTTP request to a public API using Python's requests library and parse the JSON response.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14884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4231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31546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72200" y="3566160"/>
            <a:ext cx="20299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lightweight Flask endpoint that receives and logs a webhook payload in real time.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0" y="214884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0F7F7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242316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15400" y="31546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15400" y="3566160"/>
            <a:ext cx="20299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simulated event, confirm the webhook fires, and troubleshoot the request/response cycle.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Automation?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using technology to perform repetitive tasks with little or no human input — triggered by a rule, a schedule, or an event.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autoresponder that replies the moment a message arrives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CI/CD pipeline that tests and deploys code after every commit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nightly script that emails a sales report at 8:00 AM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thermostat that adjusts temperature based on a sensor reading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PATTERN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196596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20756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happens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15400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320040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3310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/ Logic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decides what to 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15400" y="4114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443484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runs automatically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Automate? The Business Case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383280" cy="7315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around the clock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lunch breaks, no time zones — automations execute the moment conditions are met.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691640"/>
            <a:ext cx="3383280" cy="7315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0116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43484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error at scale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3383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manual copy-paste and data-entry mistakes from repetitive workflows.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169164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1691640"/>
            <a:ext cx="3383280" cy="7315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0116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n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13816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without headcount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38160" y="3383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automation handles 10 events or 10 million with no extra staff.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11247120" cy="1234440"/>
          </a:xfrm>
          <a:prstGeom prst="roundRect">
            <a:avLst>
              <a:gd name="adj" fmla="val 8889"/>
            </a:avLst>
          </a:prstGeom>
          <a:solidFill>
            <a:srgbClr val="022B33"/>
          </a:solidFill>
          <a:ln w="12700">
            <a:solidFill>
              <a:srgbClr val="022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463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E3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fits in: automation handles the plumbing (moving data, firing triggers) — AI/ML models supply the judgment (classifying, predicting, generating). Together they power assistants, alerts, and self-updating dashboards.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API?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for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defined way for two pieces of software to talk to each other, without either needing to know how the other works internally.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(the app) don't walk into the kitchen (the server). You give your order to a waiter (the API), who takes your request, brings back your food (the data), and shields you from everything happening in the kitchen.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Python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/ app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46120" y="4297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37947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4389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— request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in, response out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0" y="4297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0" y="37947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0" y="4389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data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(weather, prices…)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API Call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HAS FOUR PARTS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01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(URL)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resource lives, e.g. api.example.com/v1/weather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9809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(read), POST (create), PUT/PATCH (update), DELETE (remove)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593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8770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— auth tokens, content type (application/json)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57200" y="451713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17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4897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Params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773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with the request (query params or JSON payload)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40080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STATUS CODES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1828800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828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1828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request succeeded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359152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3591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23591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— new resource made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2889504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88950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288950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 — malformed input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3419856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41985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34198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— bad/missing auth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3950208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9502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39502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— endpoint/resource missing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4480560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4805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0" y="44805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 — something broke server-side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a Public API in Python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~20 minutes · Work individually or in pairs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requests library (pip install requests)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GET request to the free Open-Meteo weather API for a city's coordinates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JSON response and print the current temperature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case where the request fails (non-200 status)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5074920"/>
            <a:ext cx="4526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1389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Endpoint: api.open-meteo.com/v1/forecast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?latitude=51.5&amp;longitude=-0.13&amp;current_weather=true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96596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0B2B33"/>
          </a:solidFill>
          <a:ln w="12700">
            <a:solidFill>
              <a:srgbClr val="0B2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130552"/>
            <a:ext cx="530352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starter_lab1.py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"https://api.open-meteo.com/v1/forecast"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{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"latitude": 51.5,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"longitude": -0.13,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"current_weather": True,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1: send the GET request with params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____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2: check response.status_code == 200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3: extract and print the temperature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response.json()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—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0B2B33"/>
          </a:solidFill>
          <a:ln w="12700">
            <a:solidFill>
              <a:srgbClr val="0B2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73352"/>
            <a:ext cx="603504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solution_lab1.py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"https://api.open-meteo.com/v1/forecast"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{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"latitude": 51.5,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"longitude": -0.13,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"current_weather": True,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requests.get(URL, params=params)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response.status_code == 200: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response.json()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 = data["current_weather"]["temperature"]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print(f"Current temperature: {temp}°C")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print(f"Request failed: {response.status_code}")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178040" y="1508760"/>
            <a:ext cx="4526280" cy="1874520"/>
          </a:xfrm>
          <a:prstGeom prst="roundRect">
            <a:avLst>
              <a:gd name="adj" fmla="val 5854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5236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temperature: 14.6°C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2360" y="2423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(exact value varies — it's live weather data)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78040" y="3566160"/>
            <a:ext cx="452628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406908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requests.get() builds and sends the HTTP GET request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is automatically URL-encoded onto the endpoint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.json() converts the response body into a Python dict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status_code first avoids crashing on bad calls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WEBHOOKS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Webhooks?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webhook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callback: instead of your app repeatedly asking a server "anything new?", the server automatically </a:t>
            </a:r>
            <a:pPr indent="0" marL="0">
              <a:lnSpc>
                <a:spcPct val="125000"/>
              </a:lnSpc>
              <a:buNone/>
            </a:pPr>
            <a:r>
              <a:rPr lang="en-US" sz="1450" b="1" i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message to your app the instant something happens.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43200"/>
            <a:ext cx="539496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17520"/>
            <a:ext cx="53949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43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POLLING (Traditional API)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repeatedly calls the API: "Any updates?"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requests when nothing has changed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between event and detection (poll interval)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timing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74320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743200"/>
            <a:ext cx="5394960" cy="502920"/>
          </a:xfrm>
          <a:prstGeom prst="roundRect">
            <a:avLst>
              <a:gd name="adj" fmla="val 2181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017520"/>
            <a:ext cx="5394960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743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WEBHOOKS (Event-Driven)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4747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calls YOUR endpoint when an event occurs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wasted requests — only fires on real events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 delivery, no polling delay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source controls the timing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WEBHOOKS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Webhooks in the Real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1965960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047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Received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notifies your server the instant a customer's payment succeeds, so you can unlock an order.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355848" y="169164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965960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38728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Pushed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38728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fires a webhook on every push, kicking off automated tests and deployment.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54496" y="169164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7768" y="1965960"/>
            <a:ext cx="585216" cy="5852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7768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37376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Submitted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37376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signup form triggers a webhook that adds the lead to your CRM instantly.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153144" y="169164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86416" y="1965960"/>
            <a:ext cx="585216" cy="585216"/>
          </a:xfrm>
          <a:prstGeom prst="ellipse">
            <a:avLst/>
          </a:prstGeom>
          <a:solidFill>
            <a:srgbClr val="5B7DB1"/>
          </a:solidFill>
          <a:ln w="12700">
            <a:solidFill>
              <a:srgbClr val="5B7D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86416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36024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Alert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36024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monitoring tool posts a webhook to Slack the moment a server goes down.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022B33"/>
          </a:solidFill>
          <a:ln w="12700">
            <a:solidFill>
              <a:srgbClr val="022B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37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webhook is just an HTTP POST request sent TO your server, carrying a JSON payload describing what happened. Receiving one only requires a small web server listening for that POST.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Webhook Receiver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~15 minutes · Uses Flask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Flask (pip install flask)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/webhook route that accepts POST requests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incoming JSON body and print it to the console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200 response so the sender knows it was received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 locally on port 5000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96596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0B2B33"/>
          </a:solidFill>
          <a:ln w="12700">
            <a:solidFill>
              <a:srgbClr val="0B2B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130552"/>
            <a:ext cx="530352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starter_lab2.py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Flask, request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@app.route("/webhook", methods=["POST"])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webhook():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 1: get the JSON payload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 = ____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 2: print the payload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 3: return a response + 200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____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app.run(port=5000)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—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492240" cy="3429000"/>
          </a:xfrm>
          <a:prstGeom prst="roundRect">
            <a:avLst>
              <a:gd name="adj" fmla="val 2133"/>
            </a:avLst>
          </a:prstGeom>
          <a:solidFill>
            <a:srgbClr val="0B2B33"/>
          </a:solidFill>
          <a:ln w="12700">
            <a:solidFill>
              <a:srgbClr val="0B2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73352"/>
            <a:ext cx="603504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solution_lab2.py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Flask, request, jsonify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@app.route("/webhook", methods=["POST"])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webhook():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 = request.get_json()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print("Webhook received:", payload)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jsonify({"status": "received"}), 200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app.run(port=5000)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5074920"/>
            <a:ext cx="6492240" cy="1188720"/>
          </a:xfrm>
          <a:prstGeom prst="roundRect">
            <a:avLst>
              <a:gd name="adj" fmla="val 9231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1937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4406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1:  python solution_lab2.py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it running — listening on localhost:5000/webhook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1508760"/>
            <a:ext cx="45262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691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52360" y="2011680"/>
            <a:ext cx="3977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@app.route("/webhook", methods=["POST"]) tells Flask to listen for POST requests at that path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request.get_json() parses the incoming JSON body into a Python dict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jsonify(...), 200 sends back a valid JSON response with an explicit success status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 (e.g. Stripe, GitHub, or our own script) treats any 2xx response as "delivered successfully"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the Webhook Event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~10 minutes · Simulates a real event source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28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Lab 2 receiver running in one terminal</a:t>
            </a:r>
            <a:endParaRPr lang="en-US" sz="128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28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second script, use requests.post() to send a JSON payload to http://localhost:5000/webhook</a:t>
            </a:r>
            <a:endParaRPr lang="en-US" sz="128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28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real event, e.g. {"event": "payment_success", "amount": 49.99}</a:t>
            </a:r>
            <a:endParaRPr lang="en-US" sz="128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28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receiver's terminal prints the payload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5943600" y="196596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0B2B33"/>
          </a:solidFill>
          <a:ln w="12700">
            <a:solidFill>
              <a:srgbClr val="0B2B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130552"/>
            <a:ext cx="530352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starter_lab3.py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"http://localhost:5000/webhook"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= {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"event": "payment_success",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"amount": 49.99,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"customer": "jane_doe",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POST the event as JSON to URL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____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print("Status:", response.status_code)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print("Reply:", response.json())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 —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492240" cy="3383280"/>
          </a:xfrm>
          <a:prstGeom prst="roundRect">
            <a:avLst>
              <a:gd name="adj" fmla="val 2162"/>
            </a:avLst>
          </a:prstGeom>
          <a:solidFill>
            <a:srgbClr val="0B2B33"/>
          </a:solidFill>
          <a:ln w="12700">
            <a:solidFill>
              <a:srgbClr val="0B2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73352"/>
            <a:ext cx="603504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solution_lab3.py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"http://localhost:5000/webhook"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= {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"event": "payment_success",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"amount": 49.99,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"customer": "jane_doe",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requests.post(URL, json=event)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print("Status:", response.status_code)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print("Reply:", response.json())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57200" y="4983480"/>
            <a:ext cx="6492240" cy="1280160"/>
          </a:xfrm>
          <a:prstGeom prst="roundRect">
            <a:avLst>
              <a:gd name="adj" fmla="val 8571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1023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37667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2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2: Status: 200   Reply: {'status': 'received'}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2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1: Webhook received: {'event': 'payment_success', ...}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78040" y="1508760"/>
            <a:ext cx="45262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691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52360" y="2011680"/>
            <a:ext cx="3977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requests.post(URL, json=event) serializes the dict to JSON and sets the Content-Type header automatically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Flask's request.get_json() on the other end decodes it back into a dict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now simulated exactly what Stripe, GitHub, or any real webhook provider does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you'd add signature verification to confirm the sender is who it claims to be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→ Logic → Action. Removes repetitive human effort from a workflow.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0248" y="16916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4568" y="25603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request/response contract that lets software systems exchange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16916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7616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57616" y="25603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"push" notifications — the opposite of polling an API repeatedly.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11247120" cy="1691640"/>
          </a:xfrm>
          <a:prstGeom prst="roundRect">
            <a:avLst>
              <a:gd name="adj" fmla="val 6486"/>
            </a:avLst>
          </a:prstGeom>
          <a:solidFill>
            <a:srgbClr val="F0F7F7"/>
          </a:solidFill>
          <a:ln w="12700">
            <a:solidFill>
              <a:srgbClr val="F0F7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TODAY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✔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script that calls a live public API and parses JSON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✔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server that receives and logs webhook events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✔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script that fires a simulated event end-to-end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· Automation, APIs &amp; Webhooks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38912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2296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22: Zapier, Make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n8n Workflow Automation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automation, APIs, and webhooks by hand. Tomorrow, you'll see how no-code platforms wire those same building blocks together visually.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8229600" cy="1920240"/>
          </a:xfrm>
          <a:prstGeom prst="roundRect">
            <a:avLst>
              <a:gd name="adj" fmla="val 5714"/>
            </a:avLst>
          </a:prstGeom>
          <a:solidFill>
            <a:srgbClr val="064450"/>
          </a:solidFill>
          <a:ln w="12700">
            <a:solidFill>
              <a:srgbClr val="064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Labs 1–3 from a clean environment without looking at the solutions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swapping the weather API for another free public API of your choice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one automation idea from your own life or work using Trigger → Logic → Action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 anytime.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2026-08-14T02:12:43Z</dcterms:created>
  <dcterms:modified xsi:type="dcterms:W3CDTF">2026-08-14T02:12:43Z</dcterms:modified>
</cp:coreProperties>
</file>